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j3cbRC9Ql1GxZ1vbtqfmyQYJzC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324507C-30A5-4F04-9BA9-BE73D73F19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170012-4F66-4FAC-9ADB-574DFAC324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90910-41EB-476D-8DC1-6DEA0FD5ECF8}" type="datetimeFigureOut">
              <a:rPr lang="es-419" smtClean="0"/>
              <a:t>20/6/2025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02F0BF-DE86-4431-9CB3-63269E04BD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70F7B2-1CA3-4D60-817B-D850DB8F89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EBE30-BF0C-4669-8247-869FC8EEE18D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93946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ctrTitle"/>
          </p:nvPr>
        </p:nvSpPr>
        <p:spPr>
          <a:xfrm>
            <a:off x="1187624" y="5013176"/>
            <a:ext cx="6768752" cy="864095"/>
          </a:xfrm>
          <a:prstGeom prst="rect">
            <a:avLst/>
          </a:prstGeom>
          <a:solidFill>
            <a:srgbClr val="1B1E3E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ubTitle" idx="1"/>
          </p:nvPr>
        </p:nvSpPr>
        <p:spPr>
          <a:xfrm>
            <a:off x="0" y="5949280"/>
            <a:ext cx="3707904" cy="3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24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  <a:defRPr sz="1200">
                <a:solidFill>
                  <a:srgbClr val="D8D8D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body" idx="1"/>
          </p:nvPr>
        </p:nvSpPr>
        <p:spPr>
          <a:xfrm>
            <a:off x="457200" y="2132856"/>
            <a:ext cx="8229600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body" idx="1"/>
          </p:nvPr>
        </p:nvSpPr>
        <p:spPr>
          <a:xfrm>
            <a:off x="457200" y="2060848"/>
            <a:ext cx="4038600" cy="406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body" idx="2"/>
          </p:nvPr>
        </p:nvSpPr>
        <p:spPr>
          <a:xfrm>
            <a:off x="4648200" y="2060848"/>
            <a:ext cx="4038600" cy="406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722313" y="4443189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2060848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2"/>
          </p:nvPr>
        </p:nvSpPr>
        <p:spPr>
          <a:xfrm>
            <a:off x="457200" y="2708919"/>
            <a:ext cx="4040188" cy="3417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3"/>
          </p:nvPr>
        </p:nvSpPr>
        <p:spPr>
          <a:xfrm>
            <a:off x="4645025" y="2060848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4"/>
          </p:nvPr>
        </p:nvSpPr>
        <p:spPr>
          <a:xfrm>
            <a:off x="4645025" y="2708919"/>
            <a:ext cx="4041775" cy="3417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457200" y="980728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1"/>
          </p:nvPr>
        </p:nvSpPr>
        <p:spPr>
          <a:xfrm>
            <a:off x="3575050" y="980728"/>
            <a:ext cx="5111750" cy="514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2"/>
          </p:nvPr>
        </p:nvSpPr>
        <p:spPr>
          <a:xfrm>
            <a:off x="457200" y="2132856"/>
            <a:ext cx="3008313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1792288" y="486916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>
            <a:spLocks noGrp="1"/>
          </p:cNvSpPr>
          <p:nvPr>
            <p:ph type="pic" idx="2"/>
          </p:nvPr>
        </p:nvSpPr>
        <p:spPr>
          <a:xfrm>
            <a:off x="1792288" y="908720"/>
            <a:ext cx="5486400" cy="388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1"/>
          </p:nvPr>
        </p:nvSpPr>
        <p:spPr>
          <a:xfrm>
            <a:off x="1792288" y="5432450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1"/>
          </p:nvPr>
        </p:nvSpPr>
        <p:spPr>
          <a:xfrm rot="5400000">
            <a:off x="2575346" y="14710"/>
            <a:ext cx="399330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 rot="5400000">
            <a:off x="5085382" y="2524745"/>
            <a:ext cx="514543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1"/>
          </p:nvPr>
        </p:nvSpPr>
        <p:spPr>
          <a:xfrm rot="5400000">
            <a:off x="894383" y="543546"/>
            <a:ext cx="514543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67544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  <a:defRPr sz="3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2132856"/>
            <a:ext cx="8229600" cy="3993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ctrTitle"/>
          </p:nvPr>
        </p:nvSpPr>
        <p:spPr>
          <a:xfrm>
            <a:off x="368850" y="1972369"/>
            <a:ext cx="2957730" cy="2237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</a:pPr>
            <a:r>
              <a:rPr lang="es-EC" sz="3600" dirty="0">
                <a:solidFill>
                  <a:srgbClr val="092240"/>
                </a:solidFill>
              </a:rPr>
              <a:t>Nombre del curso</a:t>
            </a:r>
            <a:endParaRPr sz="3600" dirty="0">
              <a:solidFill>
                <a:srgbClr val="092240"/>
              </a:solidFill>
            </a:endParaRPr>
          </a:p>
        </p:txBody>
      </p:sp>
      <p:sp>
        <p:nvSpPr>
          <p:cNvPr id="50" name="Google Shape;50;p1"/>
          <p:cNvSpPr txBox="1">
            <a:spLocks noGrp="1"/>
          </p:cNvSpPr>
          <p:nvPr>
            <p:ph type="subTitle" idx="1"/>
          </p:nvPr>
        </p:nvSpPr>
        <p:spPr>
          <a:xfrm>
            <a:off x="1472580" y="5451377"/>
            <a:ext cx="3708000" cy="57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200"/>
              <a:buNone/>
            </a:pPr>
            <a:r>
              <a:rPr lang="es-EC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Expositor</a:t>
            </a:r>
          </a:p>
        </p:txBody>
      </p:sp>
      <p:sp>
        <p:nvSpPr>
          <p:cNvPr id="2" name="Google Shape;49;p1">
            <a:extLst>
              <a:ext uri="{FF2B5EF4-FFF2-40B4-BE49-F238E27FC236}">
                <a16:creationId xmlns:a16="http://schemas.microsoft.com/office/drawing/2014/main" id="{A44FCFBF-4A46-52F2-39D4-3FA0ED93B6E0}"/>
              </a:ext>
            </a:extLst>
          </p:cNvPr>
          <p:cNvSpPr txBox="1">
            <a:spLocks/>
          </p:cNvSpPr>
          <p:nvPr/>
        </p:nvSpPr>
        <p:spPr>
          <a:xfrm>
            <a:off x="1402651" y="6219245"/>
            <a:ext cx="7192708" cy="47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None/>
              <a:defRPr sz="24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Edificio Aulas y Relación con el Medio Externo, Av. Toledo N23-55 y Madrid </a:t>
            </a:r>
          </a:p>
          <a:p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Telf.: +593 2 2525766 - 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</a:rPr>
              <a:t>Ext: 102 / 125 / 143 / 120 / 127 -</a:t>
            </a:r>
            <a:r>
              <a:rPr lang="es-ES" sz="1300" b="0" dirty="0">
                <a:solidFill>
                  <a:schemeClr val="bg1">
                    <a:lumMod val="50000"/>
                  </a:schemeClr>
                </a:solidFill>
              </a:rPr>
              <a:t> www.cec-epn.edu.ec</a:t>
            </a:r>
            <a:endParaRPr lang="es-EC" sz="13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 txBox="1">
            <a:spLocks noGrp="1"/>
          </p:cNvSpPr>
          <p:nvPr>
            <p:ph type="title"/>
          </p:nvPr>
        </p:nvSpPr>
        <p:spPr>
          <a:xfrm>
            <a:off x="467544" y="116997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</a:pPr>
            <a:endParaRPr dirty="0"/>
          </a:p>
        </p:txBody>
      </p:sp>
      <p:sp>
        <p:nvSpPr>
          <p:cNvPr id="56" name="Google Shape;56;p2"/>
          <p:cNvSpPr txBox="1">
            <a:spLocks noGrp="1"/>
          </p:cNvSpPr>
          <p:nvPr>
            <p:ph type="body" idx="1"/>
          </p:nvPr>
        </p:nvSpPr>
        <p:spPr>
          <a:xfrm>
            <a:off x="457200" y="2394114"/>
            <a:ext cx="8229600" cy="3640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 txBox="1">
            <a:spLocks noGrp="1"/>
          </p:cNvSpPr>
          <p:nvPr>
            <p:ph type="title"/>
          </p:nvPr>
        </p:nvSpPr>
        <p:spPr>
          <a:xfrm>
            <a:off x="467544" y="11786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</a:pPr>
            <a:endParaRPr dirty="0"/>
          </a:p>
        </p:txBody>
      </p:sp>
      <p:sp>
        <p:nvSpPr>
          <p:cNvPr id="62" name="Google Shape;62;p3"/>
          <p:cNvSpPr txBox="1">
            <a:spLocks noGrp="1"/>
          </p:cNvSpPr>
          <p:nvPr>
            <p:ph type="body" idx="1"/>
          </p:nvPr>
        </p:nvSpPr>
        <p:spPr>
          <a:xfrm>
            <a:off x="457200" y="2377446"/>
            <a:ext cx="4038600" cy="364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63" name="Google Shape;63;p3"/>
          <p:cNvSpPr txBox="1">
            <a:spLocks noGrp="1"/>
          </p:cNvSpPr>
          <p:nvPr>
            <p:ph type="body" idx="2"/>
          </p:nvPr>
        </p:nvSpPr>
        <p:spPr>
          <a:xfrm>
            <a:off x="4648200" y="2377446"/>
            <a:ext cx="4038600" cy="3648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65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lemental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45</Words>
  <Application>Microsoft Office PowerPoint</Application>
  <PresentationFormat>Presentación en pantalla (4:3)</PresentationFormat>
  <Paragraphs>4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Verdana</vt:lpstr>
      <vt:lpstr>Tema de Office</vt:lpstr>
      <vt:lpstr>Nombre del curso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DEL CURSO</dc:title>
  <dc:creator>Cristhian Castillo</dc:creator>
  <cp:lastModifiedBy>CRISTHIAN PATRICIO CASTILLO MARTINEZ</cp:lastModifiedBy>
  <cp:revision>20</cp:revision>
  <dcterms:created xsi:type="dcterms:W3CDTF">2016-01-08T19:37:53Z</dcterms:created>
  <dcterms:modified xsi:type="dcterms:W3CDTF">2025-06-20T21:34:20Z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9D330DD4-BC3D-40FB-B4DD-0656CB3809F6</vt:lpwstr>
  </property>
  <property fmtid="{D5CDD505-2E9C-101B-9397-08002B2CF9AE}" pid="3" name="ArticulatePath">
    <vt:lpwstr>Presentación1</vt:lpwstr>
  </property>
</Properties>
</file>